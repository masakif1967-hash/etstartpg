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L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D184DB-58A0-44C3-B961-2B54B88430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Light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6EBCF03-5494-4E50-97DD-27F9C8BEC7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3E69C38-DFC4-4EA7-B6E2-731EAA80E4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Light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ubTitle"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E79F1E-4279-4907-9E6D-CCAC872FA2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>
            <a:off x="0" y="0"/>
            <a:ext cx="10079640" cy="566964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"/>
          <p:cNvSpPr/>
          <p:nvPr/>
        </p:nvSpPr>
        <p:spPr>
          <a:xfrm>
            <a:off x="1440000" y="108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" name=""/>
          <p:cNvSpPr/>
          <p:nvPr/>
        </p:nvSpPr>
        <p:spPr>
          <a:xfrm>
            <a:off x="7380000" y="396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" name=""/>
          <p:cNvSpPr/>
          <p:nvPr/>
        </p:nvSpPr>
        <p:spPr>
          <a:xfrm>
            <a:off x="9000000" y="2700000"/>
            <a:ext cx="1259640" cy="107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" name=""/>
          <p:cNvSpPr/>
          <p:nvPr/>
        </p:nvSpPr>
        <p:spPr>
          <a:xfrm>
            <a:off x="-180000" y="2430000"/>
            <a:ext cx="1439640" cy="134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" name=""/>
          <p:cNvSpPr/>
          <p:nvPr/>
        </p:nvSpPr>
        <p:spPr>
          <a:xfrm>
            <a:off x="540000" y="108000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" name=""/>
          <p:cNvSpPr/>
          <p:nvPr/>
        </p:nvSpPr>
        <p:spPr>
          <a:xfrm>
            <a:off x="0" y="126000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"/>
          <p:cNvSpPr/>
          <p:nvPr/>
        </p:nvSpPr>
        <p:spPr>
          <a:xfrm>
            <a:off x="0" y="5220000"/>
            <a:ext cx="1619640" cy="125964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" name=""/>
          <p:cNvSpPr/>
          <p:nvPr/>
        </p:nvSpPr>
        <p:spPr>
          <a:xfrm>
            <a:off x="9720000" y="4680000"/>
            <a:ext cx="719640" cy="71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" name=""/>
          <p:cNvSpPr/>
          <p:nvPr/>
        </p:nvSpPr>
        <p:spPr>
          <a:xfrm>
            <a:off x="9540000" y="342000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" name=""/>
          <p:cNvSpPr/>
          <p:nvPr/>
        </p:nvSpPr>
        <p:spPr>
          <a:xfrm>
            <a:off x="8100000" y="4680000"/>
            <a:ext cx="1079640" cy="8420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" name=""/>
          <p:cNvSpPr/>
          <p:nvPr/>
        </p:nvSpPr>
        <p:spPr>
          <a:xfrm>
            <a:off x="7920000" y="5400000"/>
            <a:ext cx="899640" cy="89964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1"/>
          </p:nvPr>
        </p:nvSpPr>
        <p:spPr>
          <a:xfrm>
            <a:off x="3420000" y="5130000"/>
            <a:ext cx="32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2"/>
          </p:nvPr>
        </p:nvSpPr>
        <p:spPr>
          <a:xfrm>
            <a:off x="756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2425F5-A9C5-4EE0-BB1E-74FC25D2BB1B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&lt;番号&gt;</a:t>
            </a:fld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3"/>
          </p:nvPr>
        </p:nvSpPr>
        <p:spPr>
          <a:xfrm>
            <a:off x="18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3200" spc="-1" strike="noStrike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ja-JP" sz="2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3</a:t>
            </a:r>
            <a:r>
              <a:rPr b="0" lang="ja-JP" sz="24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4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5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7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360" y="360"/>
            <a:ext cx="10079640" cy="566964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0" name=""/>
          <p:cNvSpPr/>
          <p:nvPr/>
        </p:nvSpPr>
        <p:spPr>
          <a:xfrm flipH="1">
            <a:off x="-2880" y="0"/>
            <a:ext cx="10080000" cy="5670000"/>
          </a:xfrm>
          <a:prstGeom prst="rect">
            <a:avLst/>
          </a:prstGeom>
          <a:gradFill rotWithShape="0">
            <a:gsLst>
              <a:gs pos="0">
                <a:srgbClr val="ffffff">
                  <a:alpha val="90000"/>
                </a:srgbClr>
              </a:gs>
              <a:gs pos="75000">
                <a:srgbClr val="ffffff">
                  <a:alpha val="20000"/>
                </a:srgbClr>
              </a:gs>
            </a:gsLst>
            <a:path path="circle">
              <a:fillToRect l="50000" t="85000" r="50000" b="15000"/>
            </a:path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360" y="5130360"/>
            <a:ext cx="23396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</a:t>
            </a:r>
            <a:r>
              <a:rPr b="0" lang="ja-JP" sz="1400" spc="-1" strike="noStrike">
                <a:solidFill>
                  <a:srgbClr val="ffffff"/>
                </a:solidFill>
                <a:latin typeface="Arial"/>
              </a:rPr>
              <a:t>日付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/</a:t>
            </a:r>
            <a:r>
              <a:rPr b="0" lang="ja-JP" sz="1400" spc="-1" strike="noStrike">
                <a:solidFill>
                  <a:srgbClr val="ffffff"/>
                </a:solidFill>
                <a:latin typeface="Arial"/>
              </a:rPr>
              <a:t>時刻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&gt;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7560360" y="5130360"/>
            <a:ext cx="23396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C387242C-EF02-4424-B6FB-CDCF0A37783C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&lt;番号&gt;</a:t>
            </a:fld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1440360" y="108036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" name=""/>
          <p:cNvSpPr/>
          <p:nvPr/>
        </p:nvSpPr>
        <p:spPr>
          <a:xfrm>
            <a:off x="7380360" y="396036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" name=""/>
          <p:cNvSpPr/>
          <p:nvPr/>
        </p:nvSpPr>
        <p:spPr>
          <a:xfrm>
            <a:off x="9000360" y="2700360"/>
            <a:ext cx="1259640" cy="107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-179640" y="2430360"/>
            <a:ext cx="1439640" cy="134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>
            <a:off x="540360" y="108036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8" name=""/>
          <p:cNvSpPr/>
          <p:nvPr/>
        </p:nvSpPr>
        <p:spPr>
          <a:xfrm>
            <a:off x="360" y="126036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" name=""/>
          <p:cNvSpPr/>
          <p:nvPr/>
        </p:nvSpPr>
        <p:spPr>
          <a:xfrm>
            <a:off x="360" y="5220360"/>
            <a:ext cx="1619640" cy="125964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9720360" y="4680360"/>
            <a:ext cx="719640" cy="71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1" name=""/>
          <p:cNvSpPr/>
          <p:nvPr/>
        </p:nvSpPr>
        <p:spPr>
          <a:xfrm>
            <a:off x="9540360" y="342036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8100360" y="4680360"/>
            <a:ext cx="1079640" cy="8420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" name=""/>
          <p:cNvSpPr/>
          <p:nvPr/>
        </p:nvSpPr>
        <p:spPr>
          <a:xfrm>
            <a:off x="7920360" y="5400360"/>
            <a:ext cx="899640" cy="89964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4"/>
          </p:nvPr>
        </p:nvSpPr>
        <p:spPr>
          <a:xfrm>
            <a:off x="3420000" y="5130000"/>
            <a:ext cx="32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5"/>
          </p:nvPr>
        </p:nvSpPr>
        <p:spPr>
          <a:xfrm>
            <a:off x="756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6FBEAB-A494-41F0-92F0-8502438BAFE0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&lt;番号&gt;</a:t>
            </a:fld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6"/>
          </p:nvPr>
        </p:nvSpPr>
        <p:spPr>
          <a:xfrm>
            <a:off x="18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>
            <a:off x="360" y="360"/>
            <a:ext cx="10079640" cy="566964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1" name=""/>
          <p:cNvSpPr/>
          <p:nvPr/>
        </p:nvSpPr>
        <p:spPr>
          <a:xfrm flipH="1">
            <a:off x="-2880" y="0"/>
            <a:ext cx="10080000" cy="5670000"/>
          </a:xfrm>
          <a:prstGeom prst="rect">
            <a:avLst/>
          </a:prstGeom>
          <a:gradFill rotWithShape="0">
            <a:gsLst>
              <a:gs pos="0">
                <a:srgbClr val="ffffff">
                  <a:alpha val="90000"/>
                </a:srgbClr>
              </a:gs>
              <a:gs pos="75000">
                <a:srgbClr val="ffffff">
                  <a:alpha val="20000"/>
                </a:srgbClr>
              </a:gs>
            </a:gsLst>
            <a:path path="circle">
              <a:fillToRect l="50000" t="85000" r="50000" b="15000"/>
            </a:path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180360" y="5130360"/>
            <a:ext cx="23396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</a:t>
            </a:r>
            <a:r>
              <a:rPr b="0" lang="ja-JP" sz="1400" spc="-1" strike="noStrike">
                <a:solidFill>
                  <a:srgbClr val="ffffff"/>
                </a:solidFill>
                <a:latin typeface="Arial"/>
              </a:rPr>
              <a:t>日付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/</a:t>
            </a:r>
            <a:r>
              <a:rPr b="0" lang="ja-JP" sz="1400" spc="-1" strike="noStrike">
                <a:solidFill>
                  <a:srgbClr val="ffffff"/>
                </a:solidFill>
                <a:latin typeface="Arial"/>
              </a:rPr>
              <a:t>時刻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&gt;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7560360" y="5130360"/>
            <a:ext cx="23396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99D4274E-369A-4D2E-BB34-43E8B665B215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&lt;番号&gt;</a:t>
            </a:fld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1440360" y="108036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7380360" y="396036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9000360" y="2700360"/>
            <a:ext cx="1259640" cy="107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"/>
          <p:cNvSpPr/>
          <p:nvPr/>
        </p:nvSpPr>
        <p:spPr>
          <a:xfrm>
            <a:off x="-179640" y="2430360"/>
            <a:ext cx="1439640" cy="134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8" name=""/>
          <p:cNvSpPr/>
          <p:nvPr/>
        </p:nvSpPr>
        <p:spPr>
          <a:xfrm>
            <a:off x="540360" y="108036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9" name=""/>
          <p:cNvSpPr/>
          <p:nvPr/>
        </p:nvSpPr>
        <p:spPr>
          <a:xfrm>
            <a:off x="360" y="126036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0" name=""/>
          <p:cNvSpPr/>
          <p:nvPr/>
        </p:nvSpPr>
        <p:spPr>
          <a:xfrm>
            <a:off x="360" y="5220360"/>
            <a:ext cx="1619640" cy="125964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1" name=""/>
          <p:cNvSpPr/>
          <p:nvPr/>
        </p:nvSpPr>
        <p:spPr>
          <a:xfrm>
            <a:off x="9720360" y="4680360"/>
            <a:ext cx="719640" cy="71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2" name=""/>
          <p:cNvSpPr/>
          <p:nvPr/>
        </p:nvSpPr>
        <p:spPr>
          <a:xfrm>
            <a:off x="9540360" y="342036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"/>
          <p:cNvSpPr/>
          <p:nvPr/>
        </p:nvSpPr>
        <p:spPr>
          <a:xfrm>
            <a:off x="8100360" y="4680360"/>
            <a:ext cx="1079640" cy="8420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4" name=""/>
          <p:cNvSpPr/>
          <p:nvPr/>
        </p:nvSpPr>
        <p:spPr>
          <a:xfrm>
            <a:off x="7920360" y="5400360"/>
            <a:ext cx="899640" cy="89964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4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5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7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7"/>
          </p:nvPr>
        </p:nvSpPr>
        <p:spPr>
          <a:xfrm>
            <a:off x="3420000" y="5130000"/>
            <a:ext cx="32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8"/>
          </p:nvPr>
        </p:nvSpPr>
        <p:spPr>
          <a:xfrm>
            <a:off x="756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92A1C1-4A4D-4305-A293-4AA3BC7971A0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&lt;番号&gt;</a:t>
            </a:fld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dt" idx="9"/>
          </p:nvPr>
        </p:nvSpPr>
        <p:spPr>
          <a:xfrm>
            <a:off x="18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>
            <a:off x="0" y="360"/>
            <a:ext cx="10079640" cy="566928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" name=""/>
          <p:cNvSpPr/>
          <p:nvPr/>
        </p:nvSpPr>
        <p:spPr>
          <a:xfrm flipH="1">
            <a:off x="-2520" y="0"/>
            <a:ext cx="10080000" cy="5670000"/>
          </a:xfrm>
          <a:prstGeom prst="rect">
            <a:avLst/>
          </a:prstGeom>
          <a:gradFill rotWithShape="0">
            <a:gsLst>
              <a:gs pos="0">
                <a:srgbClr val="ffffff">
                  <a:alpha val="90000"/>
                </a:srgbClr>
              </a:gs>
              <a:gs pos="75000">
                <a:srgbClr val="ffffff">
                  <a:alpha val="20000"/>
                </a:srgbClr>
              </a:gs>
            </a:gsLst>
            <a:path path="circle">
              <a:fillToRect l="50000" t="85000" r="50000" b="15000"/>
            </a:path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" name=""/>
          <p:cNvSpPr/>
          <p:nvPr/>
        </p:nvSpPr>
        <p:spPr>
          <a:xfrm>
            <a:off x="0" y="1260360"/>
            <a:ext cx="10259640" cy="4499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" name=""/>
          <p:cNvSpPr/>
          <p:nvPr/>
        </p:nvSpPr>
        <p:spPr>
          <a:xfrm>
            <a:off x="180360" y="5130360"/>
            <a:ext cx="23396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</a:t>
            </a:r>
            <a:r>
              <a:rPr b="0" lang="ja-JP" sz="1400" spc="-1" strike="noStrike">
                <a:solidFill>
                  <a:srgbClr val="000000"/>
                </a:solidFill>
                <a:latin typeface="Arial"/>
              </a:rPr>
              <a:t>日付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/</a:t>
            </a:r>
            <a:r>
              <a:rPr b="0" lang="ja-JP" sz="1400" spc="-1" strike="noStrike">
                <a:solidFill>
                  <a:srgbClr val="000000"/>
                </a:solidFill>
                <a:latin typeface="Arial"/>
              </a:rPr>
              <a:t>時刻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&gt;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560360" y="5130360"/>
            <a:ext cx="23396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8A67105B-6FDD-4422-8969-30FA610950AA}" type="slidenum">
              <a:rPr b="0" lang="en-US" sz="1400" spc="-1" strike="noStrike">
                <a:solidFill>
                  <a:srgbClr val="000000"/>
                </a:solidFill>
                <a:latin typeface="Arial"/>
              </a:rPr>
              <a:t>&lt;番号&gt;</a:t>
            </a:fld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440360" y="108036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" name=""/>
          <p:cNvSpPr/>
          <p:nvPr/>
        </p:nvSpPr>
        <p:spPr>
          <a:xfrm>
            <a:off x="7380360" y="396036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" name=""/>
          <p:cNvSpPr/>
          <p:nvPr/>
        </p:nvSpPr>
        <p:spPr>
          <a:xfrm>
            <a:off x="540360" y="108036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" name=""/>
          <p:cNvSpPr/>
          <p:nvPr/>
        </p:nvSpPr>
        <p:spPr>
          <a:xfrm>
            <a:off x="360" y="126036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Autofit/>
          </a:bodyPr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ftr" idx="10"/>
          </p:nvPr>
        </p:nvSpPr>
        <p:spPr>
          <a:xfrm>
            <a:off x="3420000" y="5130000"/>
            <a:ext cx="32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sldNum" idx="11"/>
          </p:nvPr>
        </p:nvSpPr>
        <p:spPr>
          <a:xfrm>
            <a:off x="756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2E532F-82B6-4370-9CB0-42EDAE0F56BB}" type="slidenum">
              <a:rPr b="0" lang="en-US" sz="1400" spc="-1" strike="noStrike">
                <a:solidFill>
                  <a:srgbClr val="000000"/>
                </a:solidFill>
                <a:latin typeface="Arial"/>
              </a:rPr>
              <a:t>&lt;番号&gt;</a:t>
            </a:fld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12"/>
          </p:nvPr>
        </p:nvSpPr>
        <p:spPr>
          <a:xfrm>
            <a:off x="180000" y="5130000"/>
            <a:ext cx="2339640" cy="3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CJK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2160000" y="2293200"/>
            <a:ext cx="7055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ET</a:t>
            </a:r>
            <a:r>
              <a:rPr b="0" lang="ja-JP" sz="3300" spc="-1" strike="noStrike">
                <a:solidFill>
                  <a:srgbClr val="ffffff"/>
                </a:solidFill>
                <a:latin typeface="Arial"/>
              </a:rPr>
              <a:t>ロボ校内大会</a:t>
            </a: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2026</a:t>
            </a:r>
            <a:r>
              <a:rPr b="0" lang="ja-JP" sz="3300" spc="-1" strike="noStrike">
                <a:solidFill>
                  <a:srgbClr val="ffffff"/>
                </a:solidFill>
                <a:latin typeface="Arial"/>
              </a:rPr>
              <a:t>　結果発表　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ns2="http://schemas.openxmlformats.org/markup-compatibility/2006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ja-JP" sz="3300" spc="-1" strike="noStrike">
                <a:solidFill>
                  <a:srgbClr val="ffff38"/>
                </a:solidFill>
                <a:latin typeface="Arial"/>
              </a:rPr>
              <a:t>競　技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980000" y="1695240"/>
            <a:ext cx="179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第１位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980000" y="3675240"/>
            <a:ext cx="179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第３位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980000" y="2670480"/>
            <a:ext cx="179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第２位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3780000" y="1695600"/>
            <a:ext cx="593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KAMGAWorks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3780360" y="2670480"/>
            <a:ext cx="593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4000" spc="-1" strike="noStrike">
                <a:solidFill>
                  <a:srgbClr val="ffff00"/>
                </a:solidFill>
                <a:latin typeface="Arial"/>
              </a:rPr>
              <a:t>かもがわデンジャラス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3780000" y="3675240"/>
            <a:ext cx="593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かもがわモーターズ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ns2:AlternateContent>
    <ns2:Choice Requires="p14">
      <p:transition spd="slow" ns3:dur="2000"/>
    </ns2:Choice>
    <ns2:Fallback>
      <p:transition spd="slow"/>
    </ns2:Fallback>
  </ns2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7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nodeType="click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3" dur="500" fill="hold"/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4" dur="500" fill="hold"/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nodeType="with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7" dur="500" fill="hold"/>
                                        <p:tgtEl>
                                          <p:spTgt spid="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8" dur="500" fill="hold"/>
                                        <p:tgtEl>
                                          <p:spTgt spid="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ns2="http://schemas.openxmlformats.org/markup-compatibility/2006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ja-JP" sz="3300" spc="-1" strike="noStrike">
                <a:solidFill>
                  <a:srgbClr val="ffff38"/>
                </a:solidFill>
                <a:latin typeface="Arial"/>
              </a:rPr>
              <a:t>総　合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1980000" y="1695240"/>
            <a:ext cx="179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第１位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1980000" y="3675240"/>
            <a:ext cx="179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第３位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1980000" y="2670480"/>
            <a:ext cx="179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第２位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3780000" y="1695600"/>
            <a:ext cx="593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かもがわモーターズ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3780000" y="2670480"/>
            <a:ext cx="593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4000" spc="-1" strike="noStrike">
                <a:solidFill>
                  <a:srgbClr val="ffff00"/>
                </a:solidFill>
                <a:latin typeface="Arial"/>
              </a:rPr>
              <a:t>KAMGAWorks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3780000" y="3675240"/>
            <a:ext cx="5939640" cy="82440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ja-JP" sz="4000" spc="-1" strike="noStrike">
                <a:solidFill>
                  <a:srgbClr val="ffff00"/>
                </a:solidFill>
                <a:latin typeface="Arial"/>
              </a:rPr>
              <a:t>かもがわデンジャラス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ns2:AlternateContent>
    <ns2:Choice Requires="p14">
      <p:transition spd="slow" ns3:dur="2000"/>
    </ns2:Choice>
    <ns2:Fallback>
      <p:transition spd="slow"/>
    </ns2:Fallback>
  </ns2:AlternateContent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7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5" dur="500" fill="hold"/>
                                        <p:tgtEl>
                                          <p:spTgt spid="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6" dur="500" fill="hold"/>
                                        <p:tgtEl>
                                          <p:spTgt spid="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nodeType="click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1" dur="500" fill="hold"/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2" dur="500" fill="hold"/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nodeType="with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5" dur="500" fill="hold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6" dur="500" fill="hold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2026-10-09T23:23:26Z</dcterms:created>
  <dc:creator/>
  <dc:description/>
  <dc:language>ja-JP</dc:language>
  <cp:lastModifiedBy/>
  <dcterms:modified xsi:type="dcterms:W3CDTF">2026-10-10T00:13:41Z</dcterms:modified>
  <cp:revision>4</cp:revision>
  <dc:subject/>
  <dc:title>Lights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
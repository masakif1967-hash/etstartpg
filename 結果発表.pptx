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6" r:id="rId4"/>
    <p:sldMasterId id="2147483658" r:id="rId5"/>
  </p:sldMasterIdLst>
  <p:sldIdLst>
    <p:sldId id="256" r:id="rId6"/>
    <p:sldId id="257" r:id="rId7"/>
    <p:sldId id="258" r:id="rId8"/>
    <p:sldId id="261" r:id="rId9"/>
    <p:sldId id="262" r:id="rId10"/>
  </p:sldIdLst>
  <p:sldSz cx="10080625" cy="5670550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10" y="-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A26233A-EAB3-433D-935F-733ABB2B5A7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3ECB147-6096-4B70-8D4A-E4B957B6DB8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ight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83DF3B0F-2922-417C-8ECF-24EE2211C11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igh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80E3B00D-3B4B-4414-8C40-AC079F28BF7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ight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52C442CB-8B8E-4B01-86E8-B61B883541B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/>
          <p:cNvSpPr/>
          <p:nvPr/>
        </p:nvSpPr>
        <p:spPr>
          <a:xfrm>
            <a:off x="0" y="0"/>
            <a:ext cx="10078920" cy="566892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8" name="楕円 17"/>
          <p:cNvSpPr/>
          <p:nvPr/>
        </p:nvSpPr>
        <p:spPr>
          <a:xfrm>
            <a:off x="1440000" y="108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" name="楕円 1"/>
          <p:cNvSpPr/>
          <p:nvPr/>
        </p:nvSpPr>
        <p:spPr>
          <a:xfrm>
            <a:off x="7380000" y="396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" name="楕円 2"/>
          <p:cNvSpPr/>
          <p:nvPr/>
        </p:nvSpPr>
        <p:spPr>
          <a:xfrm>
            <a:off x="9000000" y="2700000"/>
            <a:ext cx="1258920" cy="107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" name="楕円 3"/>
          <p:cNvSpPr/>
          <p:nvPr/>
        </p:nvSpPr>
        <p:spPr>
          <a:xfrm>
            <a:off x="-180000" y="2430000"/>
            <a:ext cx="1438920" cy="134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" name="楕円 4"/>
          <p:cNvSpPr/>
          <p:nvPr/>
        </p:nvSpPr>
        <p:spPr>
          <a:xfrm>
            <a:off x="540000" y="1080000"/>
            <a:ext cx="718920" cy="71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" name="楕円 5"/>
          <p:cNvSpPr/>
          <p:nvPr/>
        </p:nvSpPr>
        <p:spPr>
          <a:xfrm>
            <a:off x="0" y="126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" name="楕円 6"/>
          <p:cNvSpPr/>
          <p:nvPr/>
        </p:nvSpPr>
        <p:spPr>
          <a:xfrm>
            <a:off x="0" y="5220000"/>
            <a:ext cx="1618920" cy="125892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8" name="楕円 7"/>
          <p:cNvSpPr/>
          <p:nvPr/>
        </p:nvSpPr>
        <p:spPr>
          <a:xfrm>
            <a:off x="9720000" y="4680000"/>
            <a:ext cx="718920" cy="71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" name="楕円 8"/>
          <p:cNvSpPr/>
          <p:nvPr/>
        </p:nvSpPr>
        <p:spPr>
          <a:xfrm>
            <a:off x="9540000" y="342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" name="楕円 9"/>
          <p:cNvSpPr/>
          <p:nvPr/>
        </p:nvSpPr>
        <p:spPr>
          <a:xfrm>
            <a:off x="8100000" y="4680000"/>
            <a:ext cx="1078920" cy="8413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1" name="楕円 10"/>
          <p:cNvSpPr/>
          <p:nvPr/>
        </p:nvSpPr>
        <p:spPr>
          <a:xfrm>
            <a:off x="7920000" y="5400000"/>
            <a:ext cx="898920" cy="89892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8998920" cy="359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"/>
          </p:nvPr>
        </p:nvSpPr>
        <p:spPr>
          <a:xfrm>
            <a:off x="3420000" y="5130000"/>
            <a:ext cx="32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2"/>
          </p:nvPr>
        </p:nvSpPr>
        <p:spPr>
          <a:xfrm>
            <a:off x="756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470A7B-B4B1-49FE-80B9-5055B2885C98}" type="slidenum">
              <a:rPr lang="en-US" sz="1400" b="0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3"/>
          </p:nvPr>
        </p:nvSpPr>
        <p:spPr>
          <a:xfrm>
            <a:off x="18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正方形/長方形 18"/>
          <p:cNvSpPr/>
          <p:nvPr/>
        </p:nvSpPr>
        <p:spPr>
          <a:xfrm>
            <a:off x="0" y="0"/>
            <a:ext cx="10078920" cy="566892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0" name="楕円 19"/>
          <p:cNvSpPr/>
          <p:nvPr/>
        </p:nvSpPr>
        <p:spPr>
          <a:xfrm>
            <a:off x="1440000" y="108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1" name="楕円 20"/>
          <p:cNvSpPr/>
          <p:nvPr/>
        </p:nvSpPr>
        <p:spPr>
          <a:xfrm>
            <a:off x="7380000" y="396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2" name="楕円 21"/>
          <p:cNvSpPr/>
          <p:nvPr/>
        </p:nvSpPr>
        <p:spPr>
          <a:xfrm>
            <a:off x="9000000" y="2700000"/>
            <a:ext cx="1258920" cy="107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3" name="楕円 22"/>
          <p:cNvSpPr/>
          <p:nvPr/>
        </p:nvSpPr>
        <p:spPr>
          <a:xfrm>
            <a:off x="-180000" y="2430000"/>
            <a:ext cx="1438920" cy="134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4" name="楕円 23"/>
          <p:cNvSpPr/>
          <p:nvPr/>
        </p:nvSpPr>
        <p:spPr>
          <a:xfrm>
            <a:off x="540000" y="1080000"/>
            <a:ext cx="718920" cy="71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5" name="楕円 24"/>
          <p:cNvSpPr/>
          <p:nvPr/>
        </p:nvSpPr>
        <p:spPr>
          <a:xfrm>
            <a:off x="0" y="126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6" name="楕円 25"/>
          <p:cNvSpPr/>
          <p:nvPr/>
        </p:nvSpPr>
        <p:spPr>
          <a:xfrm>
            <a:off x="0" y="5220000"/>
            <a:ext cx="1618920" cy="125892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7" name="楕円 26"/>
          <p:cNvSpPr/>
          <p:nvPr/>
        </p:nvSpPr>
        <p:spPr>
          <a:xfrm>
            <a:off x="9720000" y="4680000"/>
            <a:ext cx="718920" cy="71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8" name="楕円 27"/>
          <p:cNvSpPr/>
          <p:nvPr/>
        </p:nvSpPr>
        <p:spPr>
          <a:xfrm>
            <a:off x="9540000" y="342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9" name="楕円 28"/>
          <p:cNvSpPr/>
          <p:nvPr/>
        </p:nvSpPr>
        <p:spPr>
          <a:xfrm>
            <a:off x="8100000" y="4680000"/>
            <a:ext cx="1078920" cy="8413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0" name="楕円 29"/>
          <p:cNvSpPr/>
          <p:nvPr/>
        </p:nvSpPr>
        <p:spPr>
          <a:xfrm>
            <a:off x="7920000" y="5400000"/>
            <a:ext cx="898920" cy="89892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4"/>
          </p:nvPr>
        </p:nvSpPr>
        <p:spPr>
          <a:xfrm>
            <a:off x="3420000" y="5130000"/>
            <a:ext cx="32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5"/>
          </p:nvPr>
        </p:nvSpPr>
        <p:spPr>
          <a:xfrm>
            <a:off x="756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D9B207-5827-4A1B-855E-5886149FA344}" type="slidenum">
              <a:rPr lang="en-US" sz="1400" b="0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6"/>
          </p:nvPr>
        </p:nvSpPr>
        <p:spPr>
          <a:xfrm>
            <a:off x="18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30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正方形/長方形 37"/>
          <p:cNvSpPr/>
          <p:nvPr/>
        </p:nvSpPr>
        <p:spPr>
          <a:xfrm>
            <a:off x="360" y="360"/>
            <a:ext cx="10078920" cy="566892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9" name="正方形/長方形 38"/>
          <p:cNvSpPr/>
          <p:nvPr/>
        </p:nvSpPr>
        <p:spPr>
          <a:xfrm flipH="1">
            <a:off x="-3600" y="0"/>
            <a:ext cx="10079280" cy="566928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180360" y="5130360"/>
            <a:ext cx="2338920" cy="3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&lt;</a:t>
            </a:r>
            <a:r>
              <a:rPr lang="ja-JP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日付</a:t>
            </a:r>
            <a:r>
              <a:rPr lang="en-US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/</a:t>
            </a:r>
            <a:r>
              <a:rPr lang="ja-JP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時刻</a:t>
            </a:r>
            <a:r>
              <a:rPr lang="en-US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&gt;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正方形/長方形 40"/>
          <p:cNvSpPr/>
          <p:nvPr/>
        </p:nvSpPr>
        <p:spPr>
          <a:xfrm>
            <a:off x="7560360" y="5130360"/>
            <a:ext cx="2338920" cy="3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2C05375C-4547-437C-B067-17DF0AD05E9C}" type="slidenum">
              <a:rPr lang="en-US" sz="1400" b="0" strike="noStrike" spc="-1">
                <a:solidFill>
                  <a:srgbClr val="FFFFFF"/>
                </a:solidFill>
                <a:latin typeface="Arial"/>
                <a:ea typeface="DejaVu Sans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楕円 41"/>
          <p:cNvSpPr/>
          <p:nvPr/>
        </p:nvSpPr>
        <p:spPr>
          <a:xfrm>
            <a:off x="1440360" y="108036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楕円 42"/>
          <p:cNvSpPr/>
          <p:nvPr/>
        </p:nvSpPr>
        <p:spPr>
          <a:xfrm>
            <a:off x="7380360" y="396036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4" name="楕円 43"/>
          <p:cNvSpPr/>
          <p:nvPr/>
        </p:nvSpPr>
        <p:spPr>
          <a:xfrm>
            <a:off x="9000360" y="2700360"/>
            <a:ext cx="1258920" cy="107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5" name="楕円 44"/>
          <p:cNvSpPr/>
          <p:nvPr/>
        </p:nvSpPr>
        <p:spPr>
          <a:xfrm>
            <a:off x="-179640" y="2430360"/>
            <a:ext cx="1438920" cy="134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6" name="楕円 45"/>
          <p:cNvSpPr/>
          <p:nvPr/>
        </p:nvSpPr>
        <p:spPr>
          <a:xfrm>
            <a:off x="540360" y="1080360"/>
            <a:ext cx="718920" cy="71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" name="楕円 46"/>
          <p:cNvSpPr/>
          <p:nvPr/>
        </p:nvSpPr>
        <p:spPr>
          <a:xfrm>
            <a:off x="360" y="126036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8" name="楕円 47"/>
          <p:cNvSpPr/>
          <p:nvPr/>
        </p:nvSpPr>
        <p:spPr>
          <a:xfrm>
            <a:off x="360" y="5220360"/>
            <a:ext cx="1618920" cy="125892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9" name="楕円 48"/>
          <p:cNvSpPr/>
          <p:nvPr/>
        </p:nvSpPr>
        <p:spPr>
          <a:xfrm>
            <a:off x="9720360" y="4680360"/>
            <a:ext cx="718920" cy="71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0" name="楕円 49"/>
          <p:cNvSpPr/>
          <p:nvPr/>
        </p:nvSpPr>
        <p:spPr>
          <a:xfrm>
            <a:off x="9540360" y="342036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1" name="楕円 50"/>
          <p:cNvSpPr/>
          <p:nvPr/>
        </p:nvSpPr>
        <p:spPr>
          <a:xfrm>
            <a:off x="8100360" y="4680360"/>
            <a:ext cx="1078920" cy="8413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2" name="楕円 51"/>
          <p:cNvSpPr/>
          <p:nvPr/>
        </p:nvSpPr>
        <p:spPr>
          <a:xfrm>
            <a:off x="7920360" y="5400360"/>
            <a:ext cx="898920" cy="89892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7"/>
          </p:nvPr>
        </p:nvSpPr>
        <p:spPr>
          <a:xfrm>
            <a:off x="3420000" y="5130000"/>
            <a:ext cx="32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8"/>
          </p:nvPr>
        </p:nvSpPr>
        <p:spPr>
          <a:xfrm>
            <a:off x="756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2633A0-EFB8-4821-8800-FD8A2A0982BA}" type="slidenum">
              <a:rPr lang="en-US" sz="1400" b="0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9"/>
          </p:nvPr>
        </p:nvSpPr>
        <p:spPr>
          <a:xfrm>
            <a:off x="18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正方形/長方形 80"/>
          <p:cNvSpPr/>
          <p:nvPr/>
        </p:nvSpPr>
        <p:spPr>
          <a:xfrm>
            <a:off x="0" y="360"/>
            <a:ext cx="10078920" cy="566856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" name="正方形/長方形 81"/>
          <p:cNvSpPr/>
          <p:nvPr/>
        </p:nvSpPr>
        <p:spPr>
          <a:xfrm flipH="1">
            <a:off x="-3240" y="0"/>
            <a:ext cx="10079280" cy="5669280"/>
          </a:xfrm>
          <a:prstGeom prst="rect">
            <a:avLst/>
          </a:prstGeom>
          <a:gradFill rotWithShape="0">
            <a:gsLst>
              <a:gs pos="0">
                <a:srgbClr val="FFFFFF">
                  <a:alpha val="90000"/>
                </a:srgbClr>
              </a:gs>
              <a:gs pos="75000">
                <a:srgbClr val="FFFFFF">
                  <a:alpha val="20000"/>
                </a:srgbClr>
              </a:gs>
            </a:gsLst>
            <a:path path="circle">
              <a:fillToRect l="50000" t="85000" r="50000" b="15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正方形/長方形 82"/>
          <p:cNvSpPr/>
          <p:nvPr/>
        </p:nvSpPr>
        <p:spPr>
          <a:xfrm>
            <a:off x="0" y="1260360"/>
            <a:ext cx="10258920" cy="4498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4" name="正方形/長方形 83"/>
          <p:cNvSpPr/>
          <p:nvPr/>
        </p:nvSpPr>
        <p:spPr>
          <a:xfrm>
            <a:off x="180360" y="5130360"/>
            <a:ext cx="2338920" cy="3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&lt;</a:t>
            </a:r>
            <a:r>
              <a:rPr lang="ja-JP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日付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/</a:t>
            </a:r>
            <a:r>
              <a:rPr lang="ja-JP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時刻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&gt;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正方形/長方形 84"/>
          <p:cNvSpPr/>
          <p:nvPr/>
        </p:nvSpPr>
        <p:spPr>
          <a:xfrm>
            <a:off x="7560360" y="5130360"/>
            <a:ext cx="2338920" cy="3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2A441A57-B580-4B2C-AA57-AA88C7C0113B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楕円 85"/>
          <p:cNvSpPr/>
          <p:nvPr/>
        </p:nvSpPr>
        <p:spPr>
          <a:xfrm>
            <a:off x="1440360" y="108036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楕円 86"/>
          <p:cNvSpPr/>
          <p:nvPr/>
        </p:nvSpPr>
        <p:spPr>
          <a:xfrm>
            <a:off x="7380360" y="396036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" name="楕円 87"/>
          <p:cNvSpPr/>
          <p:nvPr/>
        </p:nvSpPr>
        <p:spPr>
          <a:xfrm>
            <a:off x="540360" y="1080360"/>
            <a:ext cx="718920" cy="71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楕円 88"/>
          <p:cNvSpPr/>
          <p:nvPr/>
        </p:nvSpPr>
        <p:spPr>
          <a:xfrm>
            <a:off x="360" y="126036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ftr" idx="13"/>
          </p:nvPr>
        </p:nvSpPr>
        <p:spPr>
          <a:xfrm>
            <a:off x="3420000" y="5130000"/>
            <a:ext cx="32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14"/>
          </p:nvPr>
        </p:nvSpPr>
        <p:spPr>
          <a:xfrm>
            <a:off x="756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643FA9-F23D-4C2B-86C2-30A5C7BB2EA0}" type="slidenum">
              <a:rPr lang="en-US" sz="14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15"/>
          </p:nvPr>
        </p:nvSpPr>
        <p:spPr>
          <a:xfrm>
            <a:off x="18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正方形/長方形 95"/>
          <p:cNvSpPr/>
          <p:nvPr/>
        </p:nvSpPr>
        <p:spPr>
          <a:xfrm>
            <a:off x="0" y="0"/>
            <a:ext cx="10078920" cy="5668920"/>
          </a:xfrm>
          <a:prstGeom prst="rect">
            <a:avLst/>
          </a:prstGeom>
          <a:gradFill rotWithShape="0">
            <a:gsLst>
              <a:gs pos="30000">
                <a:srgbClr val="000032"/>
              </a:gs>
              <a:gs pos="100000">
                <a:srgbClr val="F60063"/>
              </a:gs>
            </a:gsLst>
            <a:lin ang="4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7" name="楕円 96"/>
          <p:cNvSpPr/>
          <p:nvPr/>
        </p:nvSpPr>
        <p:spPr>
          <a:xfrm>
            <a:off x="1440000" y="108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" name="楕円 97"/>
          <p:cNvSpPr/>
          <p:nvPr/>
        </p:nvSpPr>
        <p:spPr>
          <a:xfrm>
            <a:off x="7380000" y="3960000"/>
            <a:ext cx="1438920" cy="125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9" name="楕円 98"/>
          <p:cNvSpPr/>
          <p:nvPr/>
        </p:nvSpPr>
        <p:spPr>
          <a:xfrm>
            <a:off x="9000000" y="2700000"/>
            <a:ext cx="1258920" cy="107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0" name="楕円 99"/>
          <p:cNvSpPr/>
          <p:nvPr/>
        </p:nvSpPr>
        <p:spPr>
          <a:xfrm>
            <a:off x="-180000" y="2430000"/>
            <a:ext cx="1438920" cy="134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1" name="楕円 100"/>
          <p:cNvSpPr/>
          <p:nvPr/>
        </p:nvSpPr>
        <p:spPr>
          <a:xfrm>
            <a:off x="540000" y="1080000"/>
            <a:ext cx="718920" cy="7189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2" name="楕円 101"/>
          <p:cNvSpPr/>
          <p:nvPr/>
        </p:nvSpPr>
        <p:spPr>
          <a:xfrm>
            <a:off x="0" y="126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3" name="楕円 102"/>
          <p:cNvSpPr/>
          <p:nvPr/>
        </p:nvSpPr>
        <p:spPr>
          <a:xfrm>
            <a:off x="0" y="5220000"/>
            <a:ext cx="1618920" cy="125892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4" name="楕円 103"/>
          <p:cNvSpPr/>
          <p:nvPr/>
        </p:nvSpPr>
        <p:spPr>
          <a:xfrm>
            <a:off x="9720000" y="4680000"/>
            <a:ext cx="718920" cy="718920"/>
          </a:xfrm>
          <a:prstGeom prst="ellipse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5" name="楕円 104"/>
          <p:cNvSpPr/>
          <p:nvPr/>
        </p:nvSpPr>
        <p:spPr>
          <a:xfrm>
            <a:off x="9540000" y="3420000"/>
            <a:ext cx="718920" cy="718920"/>
          </a:xfrm>
          <a:prstGeom prst="ellipse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6" name="楕円 105"/>
          <p:cNvSpPr/>
          <p:nvPr/>
        </p:nvSpPr>
        <p:spPr>
          <a:xfrm>
            <a:off x="8100000" y="4680000"/>
            <a:ext cx="1078920" cy="841320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7" name="楕円 106"/>
          <p:cNvSpPr/>
          <p:nvPr/>
        </p:nvSpPr>
        <p:spPr>
          <a:xfrm>
            <a:off x="7920000" y="5400000"/>
            <a:ext cx="898920" cy="898920"/>
          </a:xfrm>
          <a:prstGeom prst="ellipse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ja-JP" sz="1800" b="0" strike="noStrike" spc="-1">
                <a:solidFill>
                  <a:srgbClr val="000000"/>
                </a:solidFill>
                <a:latin typeface="Arial"/>
              </a:rPr>
              <a:t>クリックしてタイトルテキストを編集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ftr" idx="16"/>
          </p:nvPr>
        </p:nvSpPr>
        <p:spPr>
          <a:xfrm>
            <a:off x="3420000" y="5130000"/>
            <a:ext cx="32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</a:rPr>
              <a:t>&lt;フッター&gt;</a:t>
            </a:r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17"/>
          </p:nvPr>
        </p:nvSpPr>
        <p:spPr>
          <a:xfrm>
            <a:off x="756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816457C-354D-426B-AF5C-8651B553246E}" type="slidenum">
              <a:rPr lang="en-US" sz="1400" b="0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dt" idx="18"/>
          </p:nvPr>
        </p:nvSpPr>
        <p:spPr>
          <a:xfrm>
            <a:off x="180000" y="5130000"/>
            <a:ext cx="2338920" cy="391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CJK JP"/>
              </a:rPr>
              <a:t>&lt;日付/時刻&gt;</a:t>
            </a:r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303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strike="noStrike" spc="-1">
                <a:solidFill>
                  <a:srgbClr val="000000"/>
                </a:solidFill>
                <a:latin typeface="Arial"/>
              </a:rPr>
              <a:t>クリックしてアウトラインのテキストを編集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2</a:t>
            </a:r>
            <a:r>
              <a:rPr lang="ja-JP" sz="28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3</a:t>
            </a:r>
            <a:r>
              <a:rPr lang="ja-JP" sz="24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4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</a:t>
            </a:r>
            <a:r>
              <a:rPr lang="ja-JP" sz="2000" b="0" strike="noStrike" spc="-1">
                <a:solidFill>
                  <a:srgbClr val="000000"/>
                </a:solidFill>
                <a:latin typeface="Arial"/>
              </a:rPr>
              <a:t>レベル目のアウトライン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5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4" Type="http://schemas.openxmlformats.org/officeDocument/2006/relationships/audio" Target="../media/media2.mp3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5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4" Type="http://schemas.openxmlformats.org/officeDocument/2006/relationships/audio" Target="../media/media2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2160000" y="2293200"/>
            <a:ext cx="7054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strike="noStrike" spc="-1">
                <a:solidFill>
                  <a:srgbClr val="FFFFFF"/>
                </a:solidFill>
                <a:latin typeface="Arial"/>
              </a:rPr>
              <a:t>ET</a:t>
            </a:r>
            <a:r>
              <a:rPr lang="ja-JP" sz="3300" b="0" strike="noStrike" spc="-1">
                <a:solidFill>
                  <a:srgbClr val="FFFFFF"/>
                </a:solidFill>
                <a:latin typeface="Arial"/>
              </a:rPr>
              <a:t>ロボ校内大会</a:t>
            </a:r>
            <a:r>
              <a:rPr lang="en-US" sz="3300" b="0" strike="noStrike" spc="-1">
                <a:solidFill>
                  <a:srgbClr val="FFFFFF"/>
                </a:solidFill>
                <a:latin typeface="Arial"/>
              </a:rPr>
              <a:t>2026</a:t>
            </a:r>
            <a:r>
              <a:rPr lang="ja-JP" sz="3300" b="0" strike="noStrike" spc="-1">
                <a:solidFill>
                  <a:srgbClr val="FFFFFF"/>
                </a:solidFill>
                <a:latin typeface="Arial"/>
              </a:rPr>
              <a:t>　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正方形/長方形 115"/>
          <p:cNvSpPr/>
          <p:nvPr/>
        </p:nvSpPr>
        <p:spPr>
          <a:xfrm>
            <a:off x="2160000" y="144000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FF"/>
                </a:solidFill>
                <a:latin typeface="Arial"/>
                <a:ea typeface="DejaVu Sans"/>
              </a:rPr>
              <a:t>KAMGAWorks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正方形/長方形 116"/>
          <p:cNvSpPr/>
          <p:nvPr/>
        </p:nvSpPr>
        <p:spPr>
          <a:xfrm>
            <a:off x="2160360" y="241488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FF"/>
                </a:solidFill>
                <a:latin typeface="Arial"/>
                <a:ea typeface="DejaVu Sans"/>
              </a:rPr>
              <a:t>かもがわデンジャラス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正方形/長方形 117"/>
          <p:cNvSpPr/>
          <p:nvPr/>
        </p:nvSpPr>
        <p:spPr>
          <a:xfrm>
            <a:off x="2160000" y="341964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FF"/>
                </a:solidFill>
                <a:latin typeface="Arial"/>
                <a:ea typeface="DejaVu Sans"/>
              </a:rPr>
              <a:t>かもがわモーターズ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160000" y="2293200"/>
            <a:ext cx="7054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strike="noStrike" spc="-1">
                <a:solidFill>
                  <a:srgbClr val="FFFFFF"/>
                </a:solidFill>
                <a:latin typeface="Arial"/>
              </a:rPr>
              <a:t>ET</a:t>
            </a:r>
            <a:r>
              <a:rPr lang="ja-JP" sz="3300" b="0" strike="noStrike" spc="-1">
                <a:solidFill>
                  <a:srgbClr val="FFFFFF"/>
                </a:solidFill>
                <a:latin typeface="Arial"/>
              </a:rPr>
              <a:t>ロボ校内大会</a:t>
            </a:r>
            <a:r>
              <a:rPr lang="en-US" sz="3300" b="0" strike="noStrike" spc="-1">
                <a:solidFill>
                  <a:srgbClr val="FFFFFF"/>
                </a:solidFill>
                <a:latin typeface="Arial"/>
              </a:rPr>
              <a:t>2026</a:t>
            </a:r>
            <a:r>
              <a:rPr lang="ja-JP" sz="3300" b="0" strike="noStrike" spc="-1">
                <a:solidFill>
                  <a:srgbClr val="FFFFFF"/>
                </a:solidFill>
                <a:latin typeface="Arial"/>
              </a:rPr>
              <a:t>　結果発表　</a:t>
            </a:r>
            <a:endParaRPr lang="en-US" sz="3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7D707746-87DE-7AFF-22A5-A644DF82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ns2:creationId id="{826057FD-8612-27EE-EF5E-6859246E5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ja-JP" sz="3300" b="0" strike="noStrike" spc="-1" dirty="0">
                <a:solidFill>
                  <a:srgbClr val="FFFF38"/>
                </a:solidFill>
                <a:latin typeface="Arial"/>
              </a:rPr>
              <a:t>競　技</a:t>
            </a:r>
            <a:endParaRPr lang="en-US" sz="3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正方形/長方形 4">
            <a:extLst>
              <a:ext uri="{FF2B5EF4-FFF2-40B4-BE49-F238E27FC236}">
                <ns2:creationId id="{4661CC99-5A4F-B309-F7A8-00E8FAB9C851}"/>
              </a:ext>
            </a:extLst>
          </p:cNvPr>
          <p:cNvSpPr/>
          <p:nvPr/>
        </p:nvSpPr>
        <p:spPr>
          <a:xfrm>
            <a:off x="1980000" y="169524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第１位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正方形/長方形 5">
            <a:extLst>
              <a:ext uri="{FF2B5EF4-FFF2-40B4-BE49-F238E27FC236}">
                <ns2:creationId id="{DB1C517E-E376-DC3D-C7C9-37853239A427}"/>
              </a:ext>
            </a:extLst>
          </p:cNvPr>
          <p:cNvSpPr/>
          <p:nvPr/>
        </p:nvSpPr>
        <p:spPr>
          <a:xfrm>
            <a:off x="1980000" y="367524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第３位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正方形/長方形 6">
            <a:extLst>
              <a:ext uri="{FF2B5EF4-FFF2-40B4-BE49-F238E27FC236}">
                <ns2:creationId id="{8F895ED5-A5C6-98E5-B0F4-FDBBCA8AA98A}"/>
              </a:ext>
            </a:extLst>
          </p:cNvPr>
          <p:cNvSpPr/>
          <p:nvPr/>
        </p:nvSpPr>
        <p:spPr>
          <a:xfrm>
            <a:off x="1980000" y="267048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第２位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正方形/長方形 7">
            <a:extLst>
              <a:ext uri="{FF2B5EF4-FFF2-40B4-BE49-F238E27FC236}">
                <ns2:creationId id="{31AB903C-C788-1FA2-3D84-97327CE39D72}"/>
              </a:ext>
            </a:extLst>
          </p:cNvPr>
          <p:cNvSpPr/>
          <p:nvPr/>
        </p:nvSpPr>
        <p:spPr>
          <a:xfrm>
            <a:off x="3780000" y="169560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かもがわデンジャラス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正方形/長方形 8">
            <a:extLst>
              <a:ext uri="{FF2B5EF4-FFF2-40B4-BE49-F238E27FC236}">
                <ns2:creationId id="{C2502298-0D6B-0BC4-8637-EB525BC74ABC}"/>
              </a:ext>
            </a:extLst>
          </p:cNvPr>
          <p:cNvSpPr/>
          <p:nvPr/>
        </p:nvSpPr>
        <p:spPr>
          <a:xfrm>
            <a:off x="3780360" y="267048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KAMGAWorks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正方形/長方形 9">
            <a:extLst>
              <a:ext uri="{FF2B5EF4-FFF2-40B4-BE49-F238E27FC236}">
                <ns2:creationId id="{C8A1E499-98A6-6BAA-6934-9BA2D28B458B}"/>
              </a:ext>
            </a:extLst>
          </p:cNvPr>
          <p:cNvSpPr/>
          <p:nvPr/>
        </p:nvSpPr>
        <p:spPr>
          <a:xfrm>
            <a:off x="3780000" y="367524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 dirty="0">
                <a:solidFill>
                  <a:srgbClr val="FFFF00"/>
                </a:solidFill>
                <a:latin typeface="Arial"/>
                <a:ea typeface="DejaVu Sans"/>
              </a:rPr>
              <a:t>かもがわモーターズ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" name="ジャジャーン">
            <a:hlinkClick r:id="" action="ppaction://media"/>
            <a:extLst>
              <a:ext uri="{FF2B5EF4-FFF2-40B4-BE49-F238E27FC236}">
                <ns2:creationId id="{29932EAC-DEF8-2963-AFC9-3D4751872C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4:media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117642" y="5670550"/>
            <a:ext cx="334882" cy="311796"/>
          </a:xfrm>
          <a:prstGeom prst="rect">
            <a:avLst/>
          </a:prstGeom>
        </p:spPr>
      </p:pic>
      <p:pic>
        <p:nvPicPr>
          <p:cNvPr id="14" name="ドラムロール">
            <a:hlinkClick r:id="" action="ppaction://media"/>
            <a:extLst>
              <a:ext uri="{FF2B5EF4-FFF2-40B4-BE49-F238E27FC236}">
                <ns2:creationId id="{B03EE8D9-DFE9-C7D6-760B-174F0ACC357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ns4:media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803036" y="5682318"/>
            <a:ext cx="222923" cy="304800"/>
          </a:xfrm>
          <a:prstGeom prst="rect">
            <a:avLst/>
          </a:prstGeom>
        </p:spPr>
      </p:pic>
      <p:pic>
        <p:nvPicPr>
          <p:cNvPr id="15" name="Cheers">
            <a:hlinkClick r:id="" action="ppaction://media"/>
            <a:extLst>
              <a:ext uri="{FF2B5EF4-FFF2-40B4-BE49-F238E27FC236}">
                <ns2:creationId id="{0A2AB2CE-3612-2B7E-DDCE-0EE110A7970D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ns4:media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354805" y="5742660"/>
            <a:ext cx="184115" cy="184115"/>
          </a:xfrm>
          <a:prstGeom prst="rect">
            <a:avLst/>
          </a:prstGeom>
        </p:spPr>
      </p:pic>
    </p:spTree>
    <p:extLst>
      <p:ext uri="{BB962C8B-B14F-4D97-AF65-F5344CB8AC3E}">
        <ns4:creationId val="165722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9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896"/>
                            </p:stCondLst>
                            <p:childTnLst>
                              <p:par>
                                <p:cTn id="8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4545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45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45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6713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5BB35F9A-9276-FA16-A5ED-06E5BA23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>
            <a:extLst>
              <a:ext uri="{FF2B5EF4-FFF2-40B4-BE49-F238E27FC236}">
                <ns2:creationId id="{EA074452-87A0-37F7-9716-988D3285E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70000"/>
            <a:ext cx="8998920" cy="98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ja-JP" sz="3300" b="0" strike="noStrike" spc="-1" dirty="0">
                <a:solidFill>
                  <a:srgbClr val="FFFF38"/>
                </a:solidFill>
                <a:latin typeface="Arial"/>
              </a:rPr>
              <a:t>総　合</a:t>
            </a:r>
            <a:endParaRPr lang="en-US" sz="3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ns2:creationId id="{3BAA414D-B06C-E4B1-544A-C2F8DBE292A6}"/>
              </a:ext>
            </a:extLst>
          </p:cNvPr>
          <p:cNvSpPr/>
          <p:nvPr/>
        </p:nvSpPr>
        <p:spPr>
          <a:xfrm>
            <a:off x="1980000" y="169524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 dirty="0">
                <a:solidFill>
                  <a:srgbClr val="FFFF00"/>
                </a:solidFill>
                <a:latin typeface="Arial"/>
                <a:ea typeface="DejaVu Sans"/>
              </a:rPr>
              <a:t>第１位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ns2:creationId id="{362B7925-4CC5-D282-FC0E-409995565654}"/>
              </a:ext>
            </a:extLst>
          </p:cNvPr>
          <p:cNvSpPr/>
          <p:nvPr/>
        </p:nvSpPr>
        <p:spPr>
          <a:xfrm>
            <a:off x="1980000" y="367524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第３位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ns2:creationId id="{45C70F42-84E5-7E44-F052-24816D305170}"/>
              </a:ext>
            </a:extLst>
          </p:cNvPr>
          <p:cNvSpPr/>
          <p:nvPr/>
        </p:nvSpPr>
        <p:spPr>
          <a:xfrm>
            <a:off x="1980000" y="2670480"/>
            <a:ext cx="179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第２位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ns2:creationId id="{9E7904B0-EC2F-A519-7B5E-F9D61AFF383A}"/>
              </a:ext>
            </a:extLst>
          </p:cNvPr>
          <p:cNvSpPr/>
          <p:nvPr/>
        </p:nvSpPr>
        <p:spPr>
          <a:xfrm>
            <a:off x="3780000" y="169560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 dirty="0">
                <a:solidFill>
                  <a:srgbClr val="FFFF00"/>
                </a:solidFill>
                <a:latin typeface="Arial"/>
                <a:ea typeface="DejaVu Sans"/>
              </a:rPr>
              <a:t>かもがわデンジャラス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ns2:creationId id="{23D25339-5F9F-B28D-770B-FFE0647BF73B}"/>
              </a:ext>
            </a:extLst>
          </p:cNvPr>
          <p:cNvSpPr/>
          <p:nvPr/>
        </p:nvSpPr>
        <p:spPr>
          <a:xfrm>
            <a:off x="3780000" y="267048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FFFF00"/>
                </a:solidFill>
                <a:latin typeface="Arial"/>
                <a:ea typeface="DejaVu Sans"/>
              </a:rPr>
              <a:t>KAMGAWorks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ns2:creationId id="{52AD2C29-9B85-8479-FEEB-E798D19758F0}"/>
              </a:ext>
            </a:extLst>
          </p:cNvPr>
          <p:cNvSpPr/>
          <p:nvPr/>
        </p:nvSpPr>
        <p:spPr>
          <a:xfrm>
            <a:off x="3780000" y="3675240"/>
            <a:ext cx="5938920" cy="823680"/>
          </a:xfrm>
          <a:prstGeom prst="rect">
            <a:avLst/>
          </a:prstGeom>
          <a:noFill/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ja-JP" sz="4000" b="0" strike="noStrike" spc="-1" dirty="0">
                <a:solidFill>
                  <a:srgbClr val="FFFF00"/>
                </a:solidFill>
                <a:latin typeface="Arial"/>
                <a:ea typeface="DejaVu Sans"/>
              </a:rPr>
              <a:t>かもがわモーターズ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ジャジャーン">
            <a:hlinkClick r:id="" action="ppaction://media"/>
            <a:extLst>
              <a:ext uri="{FF2B5EF4-FFF2-40B4-BE49-F238E27FC236}">
                <ns2:creationId id="{BDC8ECA8-85FC-3A5D-9161-C2098D0AABB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ns4:media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032146" y="5708091"/>
            <a:ext cx="304801" cy="304801"/>
          </a:xfrm>
          <a:prstGeom prst="rect">
            <a:avLst/>
          </a:prstGeom>
        </p:spPr>
      </p:pic>
      <p:pic>
        <p:nvPicPr>
          <p:cNvPr id="21" name="ドラムロール">
            <a:hlinkClick r:id="" action="ppaction://media"/>
            <a:extLst>
              <a:ext uri="{FF2B5EF4-FFF2-40B4-BE49-F238E27FC236}">
                <ns2:creationId id="{96E2EC56-0F40-8B7F-6B36-BD8504B9EB0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ns4:media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52481" y="5708091"/>
            <a:ext cx="304800" cy="304800"/>
          </a:xfrm>
          <a:prstGeom prst="rect">
            <a:avLst/>
          </a:prstGeom>
        </p:spPr>
      </p:pic>
      <p:pic>
        <p:nvPicPr>
          <p:cNvPr id="22" name="Cheers">
            <a:hlinkClick r:id="" action="ppaction://media"/>
            <a:extLst>
              <a:ext uri="{FF2B5EF4-FFF2-40B4-BE49-F238E27FC236}">
                <ns2:creationId id="{AA4F2D8B-C3CC-8FFB-670E-F5B0E029DB0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ns4:media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920415" y="5733458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ns4:creationId val="166808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96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896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4545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45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45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6713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  <p:bldLst>
      <p:bldP spid="15" grpId="0" build="allAtOnce"/>
      <p:bldP spid="16" grpId="0" build="allAtOnce"/>
      <p:bldP spid="17" grpId="0" build="allAtOnce"/>
    </p:bldLst>
  </p:timing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</TotalTime>
  <Words>37</Words>
  <Application>Microsoft Office PowerPoint</Application>
  <PresentationFormat>ユーザー設定</PresentationFormat>
  <Paragraphs>19</Paragraphs>
  <Slides>5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5</vt:i4>
      </vt:variant>
      <vt:variant>
        <vt:lpstr>スライド タイトル</vt:lpstr>
      </vt:variant>
      <vt:variant>
        <vt:i4>5</vt:i4>
      </vt:variant>
    </vt:vector>
  </HeadingPairs>
  <TitlesOfParts>
    <vt:vector size="14" baseType="lpstr">
      <vt:lpstr>Noto Serif CJK JP</vt:lpstr>
      <vt:lpstr>Arial</vt:lpstr>
      <vt:lpstr>Symbol</vt:lpstr>
      <vt:lpstr>Wingdings</vt:lpstr>
      <vt:lpstr>Office</vt:lpstr>
      <vt:lpstr>Office</vt:lpstr>
      <vt:lpstr>Office</vt:lpstr>
      <vt:lpstr>Office</vt:lpstr>
      <vt:lpstr>Office</vt:lpstr>
      <vt:lpstr>ETロボ校内大会2026　</vt:lpstr>
      <vt:lpstr>PowerPoint プレゼンテーション</vt:lpstr>
      <vt:lpstr>ETロボ校内大会2026　結果発表　</vt:lpstr>
      <vt:lpstr>競　技</vt:lpstr>
      <vt:lpstr>総　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Lights</dc:title>
  <dc:subject/>
  <dc:creator/>
  <dc:description/>
  <cp:lastModifiedBy>雅樹 深田</cp:lastModifiedBy>
  <cp:revision>15</cp:revision>
  <dcterms:created xsi:type="dcterms:W3CDTF">2026-10-09T23:23:26Z</dcterms:created>
  <dcterms:modified xsi:type="dcterms:W3CDTF">2026-10-11T13:18:40Z</dcterms:modified>
  <dc:language>ja-JP</dc:language>
</cp:coreProperties>
</file>